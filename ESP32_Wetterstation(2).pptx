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4D8"/>
                </a:solidFill>
              </a:rPr>
              <a:t>INFORMATIK PROJEKT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ESP32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Wetterstation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CC0"/>
                </a:solidFill>
              </a:rPr>
              <a:t>Verteiltes Messsystem mit ESP-NOW, Sensor-Integration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ACC0"/>
                </a:solidFill>
              </a:rPr>
              <a:t>und lokalem OLED-Display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DHT11  ·  DS18B20  ·  ESP-NOW  ·  REST API  ·  OLED SH1106  ·  U8g2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PROBLEMSTELLUNG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Was soll das System lösen?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046720" cy="914400"/>
          </a:xfrm>
          <a:prstGeom prst="rect">
            <a:avLst/>
          </a:prstGeom>
          <a:solidFill>
            <a:srgbClr val="162C4E"/>
          </a:solidFill>
          <a:ln w="12700">
            <a:solidFill>
              <a:srgbClr val="162C4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9144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44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Raumklima unbekannt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81051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CC0"/>
                </a:solidFill>
              </a:rPr>
              <a:t>Temperatur und Luftfeuchtigkeit im Raum werden nicht erfasst.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8046720" cy="914400"/>
          </a:xfrm>
          <a:prstGeom prst="rect">
            <a:avLst/>
          </a:prstGeom>
          <a:solidFill>
            <a:srgbClr val="162C4E"/>
          </a:solidFill>
          <a:ln w="12700">
            <a:solidFill>
              <a:srgbClr val="162C4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46888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420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Wetterdaten fehlen lokal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2907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CC0"/>
                </a:solidFill>
              </a:rPr>
              <a:t>Aktuelle Außenwetterdaten aus Wien Donaufeld nicht verfügbar.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566160"/>
            <a:ext cx="8046720" cy="914400"/>
          </a:xfrm>
          <a:prstGeom prst="rect">
            <a:avLst/>
          </a:prstGeom>
          <a:solidFill>
            <a:srgbClr val="162C4E"/>
          </a:solidFill>
          <a:ln w="12700">
            <a:solidFill>
              <a:srgbClr val="162C4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566160"/>
            <a:ext cx="64008" cy="914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6732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6393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Keine zentrale Anzeige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40050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CC0"/>
                </a:solidFill>
              </a:rPr>
              <a:t>Messwerte sollen kompakt auf einem Display dargestellt werden.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SYSTEM-ARCHITEKTUR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Überblick: Zwei ESP32 im Verbund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3383280" cy="3474720"/>
          </a:xfrm>
          <a:prstGeom prst="rect">
            <a:avLst/>
          </a:prstGeom>
          <a:solidFill>
            <a:srgbClr val="162C4E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338328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ESP32 SENDER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🌡  DS18B20 Temperatursensor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💧  DHT11 Luftfeuchtigkeitssensor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2369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🌐  REST API (Wien Donaufeld)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8953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🖥  Webserver (HTML-Übersicht)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94760" y="2926080"/>
            <a:ext cx="155448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ESP-NOW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2852928"/>
            <a:ext cx="2286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371600"/>
            <a:ext cx="3383280" cy="3474720"/>
          </a:xfrm>
          <a:prstGeom prst="rect">
            <a:avLst/>
          </a:prstGeom>
          <a:solidFill>
            <a:srgbClr val="162C4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1371600"/>
            <a:ext cx="338328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ESP32 EMPFÄNGER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📡  ESP-NOW Empfang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25786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🖥  OLED 128×64 (SH1106)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23560" y="32369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📊  U8g2-Bibliothek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38953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🔄  Echtzeit-Anzeige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572000"/>
            <a:ext cx="338328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8BAC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572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CC0"/>
                </a:solidFill>
              </a:rPr>
              <a:t>☁  techweb.at API  →  JSON Parsing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ESP-NOW KOMMUNIKATION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Wie sprechen die zwei ESP32 miteinander?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931920" cy="1737360"/>
          </a:xfrm>
          <a:prstGeom prst="rect">
            <a:avLst/>
          </a:prstGeom>
          <a:solidFill>
            <a:srgbClr val="162C4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Was ist ESP-NOW?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Proprietäres WLAN-Protokoll von Espressif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Kein Router nötig – direkte Peer-to-Peer Verbindung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Sehr geringe Latenz (&lt; 10 ms)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Max. 250 Bytes pro Paket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25880"/>
            <a:ext cx="4114800" cy="1737360"/>
          </a:xfrm>
          <a:prstGeom prst="rect">
            <a:avLst/>
          </a:prstGeom>
          <a:solidFill>
            <a:srgbClr val="162C4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Datenstruktur (struct)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struct_message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raumTemp;  //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raumHum;   //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wetterTemp;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wetterHum;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 ort[32];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struct_message;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201168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ESP32 #1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3593592"/>
            <a:ext cx="109728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3410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struct senden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7744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0"/>
                </a:solidFill>
              </a:rPr>
              <a:t>esp_now_send()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11880" y="3246120"/>
            <a:ext cx="1828800" cy="77724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611880" y="3246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📶  2.4 GHz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Ohne Router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3593592"/>
            <a:ext cx="109728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34107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</a:rPr>
              <a:t>Callback auslösen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40680" y="3703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0"/>
                </a:solidFill>
              </a:rPr>
              <a:t>onReceive()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20840" y="3291840"/>
            <a:ext cx="2011680" cy="685800"/>
          </a:xfrm>
          <a:prstGeom prst="rect">
            <a:avLst/>
          </a:prstGeom>
          <a:solidFill>
            <a:srgbClr val="065A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EMPFÄNGER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ESP32 #2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836676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160520"/>
            <a:ext cx="64008" cy="685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⚡ Wichtig: Sender und Empfänger müssen auf dem GLEICHEN WLAN-Kanal funken. Der Kanal wird via esp_wifi_set_channel() manuell auf Kanal 1 gesetzt.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SENDER – TECHNISCHE DETAILS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ESP32 #1: Sensoren, API &amp; Webserver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069080" cy="1508760"/>
          </a:xfrm>
          <a:prstGeom prst="rect">
            <a:avLst/>
          </a:prstGeom>
          <a:solidFill>
            <a:srgbClr val="162C4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406908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🌡  DS18B20 (OneWire)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562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GPIO 12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Dallas-Protokoll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sensors.getTempCByIndex(0)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069080" cy="1508760"/>
          </a:xfrm>
          <a:prstGeom prst="rect">
            <a:avLst/>
          </a:prstGeom>
          <a:solidFill>
            <a:srgbClr val="162C4E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417320"/>
            <a:ext cx="4069080" cy="3657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💧  DHT11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8562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GPIO 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Temperatur &amp; Luftfeuchtigkeit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dht.readHumidity()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069080" cy="1508760"/>
          </a:xfrm>
          <a:prstGeom prst="rect">
            <a:avLst/>
          </a:prstGeom>
          <a:solidFill>
            <a:srgbClr val="162C4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108960"/>
            <a:ext cx="406908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REST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478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techweb.at JSON-Feed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Filter: Wien Donaufeld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HTTPClient + ArduinoJson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108960"/>
            <a:ext cx="4069080" cy="1508760"/>
          </a:xfrm>
          <a:prstGeom prst="rect">
            <a:avLst/>
          </a:prstGeom>
          <a:solidFill>
            <a:srgbClr val="162C4E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3108960"/>
            <a:ext cx="4069080" cy="3657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🖥  Webserver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5478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Port 80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HTML auto-refresh (5s)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F0F8"/>
                </a:solidFill>
              </a:rPr>
              <a:t>Raum- + Außenwetter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8366760" cy="384048"/>
          </a:xfrm>
          <a:prstGeom prst="rect">
            <a:avLst/>
          </a:prstGeom>
          <a:solidFill>
            <a:srgbClr val="112240"/>
          </a:solidFill>
          <a:ln w="12700">
            <a:solidFill>
              <a:srgbClr val="8BAC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CC0"/>
                </a:solidFill>
              </a:rPr>
              <a:t>🔄 WLAN-Fallback: Verbindet zuerst mit UPCBAF4A58, bei Fehler automatisch mit "abdel"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D6A0"/>
                </a:solidFill>
              </a:rPr>
              <a:t>EMPFÄNGER – OLED DISPLAY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ESP32 #2: Empfang &amp; Visualisierung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200400" cy="2011680"/>
          </a:xfrm>
          <a:prstGeom prst="rect">
            <a:avLst/>
          </a:prstGeom>
          <a:solidFill>
            <a:srgbClr val="050505"/>
          </a:solidFill>
          <a:ln w="12700">
            <a:solidFill>
              <a:srgbClr val="8BA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2834640" cy="16459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Raumwerte: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22.5 C   48.0 %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Wien Donaufeld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18.2 C / 65.0 %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CC0"/>
                </a:solidFill>
              </a:rPr>
              <a:t>128×64 OLED (SH1106)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371600"/>
            <a:ext cx="5029200" cy="868680"/>
          </a:xfrm>
          <a:prstGeom prst="rect">
            <a:avLst/>
          </a:prstGeom>
          <a:solidFill>
            <a:srgbClr val="162C4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Display-Bibliothek: U8g2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CC0"/>
                </a:solidFill>
              </a:rPr>
              <a:t>I²C via Wire (SDA=21, SCL=22)  ·  Font: u8g2_font_6x10_tf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2450592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clearBuffer()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CC0"/>
                </a:solidFill>
              </a:rPr>
              <a:t>Internen Puffer leeren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3108960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0358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setFont()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3355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CC0"/>
                </a:solidFill>
              </a:rPr>
              <a:t>Schriftart setzen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3767328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0" y="36941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drawStr() / print()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40142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CC0"/>
                </a:solidFill>
              </a:rPr>
              <a:t>Text auf Puffer schreiben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4425696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4425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0" y="43525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sendBuffer()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4672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CC0"/>
                </a:solidFill>
              </a:rPr>
              <a:t>Puffer auf Display übertragen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B703"/>
                </a:solidFill>
              </a:rPr>
              <a:t>HERAUSFORDERUNGEN &amp; LÖSUNGEN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Probleme während der Entwicklung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366760" cy="1051560"/>
          </a:xfrm>
          <a:prstGeom prst="rect">
            <a:avLst/>
          </a:prstGeom>
          <a:solidFill>
            <a:srgbClr val="162C4E"/>
          </a:solidFill>
          <a:ln w="12700">
            <a:solidFill>
              <a:srgbClr val="162C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64008" cy="10515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</a:rPr>
              <a:t>⚠  ESP-NOW + WLAN gleichzeitig aktiv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✓  WiFi.mode(WIFI_STA) beibehalten + Channel manuell auf 1 setzen via esp_wifi_set_channel(). Ohne gleichen Kanal kommen keine Pakete an.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87752"/>
            <a:ext cx="8366760" cy="1051560"/>
          </a:xfrm>
          <a:prstGeom prst="rect">
            <a:avLst/>
          </a:prstGeom>
          <a:solidFill>
            <a:srgbClr val="162C4E"/>
          </a:solidFill>
          <a:ln w="12700">
            <a:solidFill>
              <a:srgbClr val="162C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87752"/>
            <a:ext cx="64008" cy="10515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517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</a:rPr>
              <a:t>⚠  Alte Callback-Signatur (esp_now_recv_info_t)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992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✓  Neuere ESP-IDF Versionen erwarten andere Parameter. Lösung: onReceive(const uint8_t *mac, const uint8_t *data, int len) ohne Info-Struct.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58184"/>
            <a:ext cx="8366760" cy="1051560"/>
          </a:xfrm>
          <a:prstGeom prst="rect">
            <a:avLst/>
          </a:prstGeom>
          <a:solidFill>
            <a:srgbClr val="162C4E"/>
          </a:solidFill>
          <a:ln w="12700">
            <a:solidFill>
              <a:srgbClr val="162C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758184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221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⚠  WLAN-Verbindungsaufbau blockiert Loop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69664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✓  Timeout-Mechanismus mit 3 Versuchen à 10s. Bei Fehler Fallback auf zweites WLAN (Hotspot). Kein blockierendes while(true).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B703"/>
                </a:solidFill>
              </a:rPr>
              <a:t>CODE – RÄUMLICHE MESSWERTE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Wie werden Raumtemperatur &amp; Luftfeuchtigkeit erfasst?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🌡  DS18B20 – Temperatursensor (OneWire)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14800" cy="1828800"/>
          </a:xfrm>
          <a:prstGeom prst="rect">
            <a:avLst/>
          </a:prstGeom>
          <a:solidFill>
            <a:srgbClr val="0D1F38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3840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Sensor initialisieren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OneWire oneWire</a:t>
            </a:r>
            <a:pPr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DallasTemperature sensors</a:t>
            </a:r>
            <a:pPr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(&amp;oneWire);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Messung auslösen &amp; lesen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sensors.</a:t>
            </a:r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requestTemperatures</a:t>
            </a:r>
            <a:pPr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tempC = sensors.</a:t>
            </a:r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getTempCByIndex</a:t>
            </a:r>
            <a:pPr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3547872"/>
            <a:ext cx="4572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858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GPIO 12 → OneWire Bus → Temperatur in °C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14800" cy="365760"/>
          </a:xfrm>
          <a:prstGeom prst="rect">
            <a:avLst/>
          </a:prstGeom>
          <a:solidFill>
            <a:srgbClr val="1A6B3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💧  DHT11 – Temperatur &amp; Luftfeuchtigkeit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4114800" cy="1828800"/>
          </a:xfrm>
          <a:prstGeom prst="rect">
            <a:avLst/>
          </a:prstGeom>
          <a:solidFill>
            <a:srgbClr val="0D1F3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83080"/>
            <a:ext cx="3840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Sensor initialisieren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 dht</a:t>
            </a:r>
            <a:pPr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 DHT11);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setup():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dht.</a:t>
            </a:r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Messung lesen: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hum = dht.</a:t>
            </a:r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readHumidity</a:t>
            </a:r>
            <a:pPr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3547872"/>
            <a:ext cx="4572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858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D6A0"/>
                </a:solidFill>
              </a:rPr>
              <a:t>GPIO 4 → 1-Wire Protokoll → Luftfeuchtigkeit in 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836676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8BAC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297680"/>
            <a:ext cx="64008" cy="6400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159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loop():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daten.raumTemp = tempC;   daten.raumHum = hum;   →   dann via ESP-NOW gesendet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CODE – ESP-NOW IMPLEMENTIERUNG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Sender &amp; Empfänger im Code-Vergleich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📤  SENDER – setup() &amp; loop()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60520" cy="2926080"/>
          </a:xfrm>
          <a:prstGeom prst="rect">
            <a:avLst/>
          </a:prstGeom>
          <a:solidFill>
            <a:srgbClr val="0D1F38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3886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MAC-Adresse des Empfängers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</a:t>
            </a:r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broadcastAddress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{0x00,0x70,0x07,0x26,0xB7,0xAC};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ESP-NOW init in setup()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esp_now_init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esp_now_register_send_cb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(onSent);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Peer hinzufügen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esp_now_peer_info_t </a:t>
            </a:r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peerInfo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esp_now_add_peer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(&amp;peerInfo);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Senden in loop()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esp_now_send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(broadcastAddress,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(uint8_t*)&amp;daten,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sizeof(daten));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4160520" cy="365760"/>
          </a:xfrm>
          <a:prstGeom prst="rect">
            <a:avLst/>
          </a:prstGeom>
          <a:solidFill>
            <a:srgbClr val="1A6B3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3258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📥  EMPFÄNGER – setup() &amp; Callback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4160520" cy="2926080"/>
          </a:xfrm>
          <a:prstGeom prst="rect">
            <a:avLst/>
          </a:prstGeom>
          <a:solidFill>
            <a:srgbClr val="0D1F3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83080"/>
            <a:ext cx="3886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Callback: wird bei Empfang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automatisch aufgerufen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onReceive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uint8_t *mac,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uint8_t *inData,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len)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memcpy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(&amp;daten, inData,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sizeof(daten));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Registrierung in setup()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esp_now_init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esp_now_register_recv_cb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onReceive);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663440"/>
            <a:ext cx="8366760" cy="2926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4663440"/>
            <a:ext cx="64008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💡  memcpy() kopiert die empfangenen Bytes direkt in die struct – kein manuelles Parsen nötig!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FAZIT &amp; AUSBLICK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Was wurde erreicht?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</a:rPr>
              <a:t>✅  Zwei ESP32 kommunizieren zuverlässig via ESP-NOW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</a:rPr>
              <a:t>✅  Lokale Sensordaten (Temperatur, Luftfeuchtigkeit) werden erfasst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</a:rPr>
              <a:t>✅  Aktuelle Wetterdaten aus dem Internet werden eingebunden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</a:rPr>
              <a:t>✅  Kompakte Darstellung auf 128×64 OLED-Display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</a:rPr>
              <a:t>✅  HTML-Webserver ermöglicht Einsicht im Browser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924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206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CC0"/>
                </a:solidFill>
              </a:rPr>
              <a:t>🔭 Ausblick: Datenspeicherung (SD-Karte), historische Graphen, MQTT-Integration, Batteriebetrieb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Wetterstation</dc:title>
  <dc:subject>PptxGenJS Presentation</dc:subject>
  <dc:creator>Informatik Projekt</dc:creator>
  <cp:lastModifiedBy>Informatik Projekt</cp:lastModifiedBy>
  <cp:revision>1</cp:revision>
  <dcterms:created xsi:type="dcterms:W3CDTF">2026-06-07T22:35:14Z</dcterms:created>
  <dcterms:modified xsi:type="dcterms:W3CDTF">2026-06-07T22:35:14Z</dcterms:modified>
</cp:coreProperties>
</file>